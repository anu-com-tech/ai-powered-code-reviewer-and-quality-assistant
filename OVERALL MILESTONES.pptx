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Old Standard TT"/>
      <p:regular r:id="rId19"/>
      <p:bold r:id="rId20"/>
      <p: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ldStandardT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ldStandardT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ldStandardTT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a925e968d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a925e968d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a925e968d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a925e968d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a925e968d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a925e968d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a925e968d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a925e968d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a925e968d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a925e968d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a925e968d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a925e968d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a925e968d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a925e968d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a925e968d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a925e968d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a925e968d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a925e968d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a925e968d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a925e968d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a925e968d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a925e968d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a925e968d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a925e968d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234450" y="0"/>
            <a:ext cx="8598000" cy="170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980"/>
              <a:t>   </a:t>
            </a:r>
            <a:r>
              <a:rPr lang="en-GB" sz="4180"/>
              <a:t>AI-Powered Code Reviewer –                        Milestone Progress Presentation</a:t>
            </a:r>
            <a:endParaRPr sz="41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234450" y="3144850"/>
            <a:ext cx="8520600" cy="12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2280"/>
              <a:t> Automated Code Documentation and Quality Analysis Using AI</a:t>
            </a:r>
            <a:endParaRPr sz="228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28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2280"/>
              <a:t>                                                                            –By Anushika L</a:t>
            </a:r>
            <a:endParaRPr sz="22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📌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Milestone 1: Requirement Analysis &amp; Code Parsing: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85275"/>
            <a:ext cx="8520600" cy="37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64"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b="1" sz="216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en-GB" sz="2085">
                <a:latin typeface="Times New Roman"/>
                <a:ea typeface="Times New Roman"/>
                <a:cs typeface="Times New Roman"/>
                <a:sym typeface="Times New Roman"/>
              </a:rPr>
              <a:t>Many software projects lack proper documentation, especially docstrings in Python code. This makes the code hard to understand, maintain, and reuse. Writing docstrings manually is time-consuming for developers.</a:t>
            </a:r>
            <a:endParaRPr sz="208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79">
                <a:latin typeface="Times New Roman"/>
                <a:ea typeface="Times New Roman"/>
                <a:cs typeface="Times New Roman"/>
                <a:sym typeface="Times New Roman"/>
              </a:rPr>
              <a:t>Objective of the Project:</a:t>
            </a:r>
            <a:endParaRPr b="1" sz="227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❏"/>
            </a:pPr>
            <a:r>
              <a:rPr lang="en-GB" sz="2042">
                <a:latin typeface="Times New Roman"/>
                <a:ea typeface="Times New Roman"/>
                <a:cs typeface="Times New Roman"/>
                <a:sym typeface="Times New Roman"/>
              </a:rPr>
              <a:t>To automatically analyze Python code</a:t>
            </a:r>
            <a:br>
              <a:rPr lang="en-GB" sz="2042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4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❏"/>
            </a:pPr>
            <a:r>
              <a:rPr lang="en-GB" sz="2042">
                <a:latin typeface="Times New Roman"/>
                <a:ea typeface="Times New Roman"/>
                <a:cs typeface="Times New Roman"/>
                <a:sym typeface="Times New Roman"/>
              </a:rPr>
              <a:t>To identify functions without proper documentation</a:t>
            </a:r>
            <a:br>
              <a:rPr lang="en-GB" sz="2042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4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❏"/>
            </a:pPr>
            <a:r>
              <a:rPr lang="en-GB" sz="2042">
                <a:latin typeface="Times New Roman"/>
                <a:ea typeface="Times New Roman"/>
                <a:cs typeface="Times New Roman"/>
                <a:sym typeface="Times New Roman"/>
              </a:rPr>
              <a:t>To assist developers using AI-based suggestions</a:t>
            </a:r>
            <a:br>
              <a:rPr lang="en-GB" sz="2042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4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❏"/>
            </a:pPr>
            <a:r>
              <a:rPr lang="en-GB" sz="2042">
                <a:latin typeface="Times New Roman"/>
                <a:ea typeface="Times New Roman"/>
                <a:cs typeface="Times New Roman"/>
                <a:sym typeface="Times New Roman"/>
              </a:rPr>
              <a:t>To improve code readability and maintainability</a:t>
            </a:r>
            <a:br>
              <a:rPr lang="en-GB" sz="2042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4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Requirement Analysis: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71600"/>
            <a:ext cx="8520600" cy="38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Functional Requirements: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Scan folders to find Python files</a:t>
            </a:r>
            <a:b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Extract functions and existing docstrings</a:t>
            </a:r>
            <a:b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Detect missing or incomplete documentation</a:t>
            </a:r>
            <a:b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Support multiple docstring styles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Non-Functional Requirements: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Simple and user-friendly interface</a:t>
            </a:r>
            <a:b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Fast execution</a:t>
            </a:r>
            <a:b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Reliable and accurate results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5050" y="1668875"/>
            <a:ext cx="4787827" cy="242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47550" y="45870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Code Parsing Process: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40745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Code Parsing Approach: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The system uses Python’s AST (Abstract Syntax Tree) to analyze source code without executing it.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Key Steps: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Read </a:t>
            </a:r>
            <a:r>
              <a:rPr lang="en-GB" sz="1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.py</a:t>
            </a: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 files from the project</a:t>
            </a:r>
            <a:b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Identify function definitions</a:t>
            </a:r>
            <a:b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Extract function name and docstring</a:t>
            </a:r>
            <a:b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Store the details for further analysis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2775" y="2106625"/>
            <a:ext cx="4295373" cy="25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📌</a:t>
            </a:r>
            <a:r>
              <a:rPr b="1" lang="en-GB"/>
              <a:t>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Milestone 2: AI Docstring Generation &amp; Validation: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AI-Based Docstring Generation: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AI Integration: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 Artificial Intelligence is used</a:t>
            </a:r>
            <a:r>
              <a:rPr lang="en-GB" sz="1724">
                <a:latin typeface="Times New Roman"/>
                <a:ea typeface="Times New Roman"/>
                <a:cs typeface="Times New Roman"/>
                <a:sym typeface="Times New Roman"/>
              </a:rPr>
              <a:t> to generate </a:t>
            </a: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meaningful docstrings automatically based on function logic and parameters.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Features: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357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Automatic docstring suggestions</a:t>
            </a:r>
            <a:b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Clear description of function purpose</a:t>
            </a:r>
            <a:b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Standard format support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9700" y="2392541"/>
            <a:ext cx="4309050" cy="2422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31350"/>
            <a:ext cx="8397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Docstring Validation: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Validation Process: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The generated docstrings are checked for completeness and correctness.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Validation Includes: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Function description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Parameters explanation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Return value description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7825" y="2202400"/>
            <a:ext cx="4965649" cy="270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User Review Process: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User Control: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Users can view existing and suggested docstrings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Differences are clearly shown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Users can accept or reject changes.</a:t>
            </a:r>
            <a:b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9525" y="2224775"/>
            <a:ext cx="4610001" cy="271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📌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 Milestone 3: Code Quality Analysis &amp; Testing: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Code Quality Analysis: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Quality Checking: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Pylint is used to analyze code quality and coding standards.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Metrics: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Number of violations</a:t>
            </a:r>
            <a:b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Documentation coverage</a:t>
            </a:r>
            <a:b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Code consistency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4825" y="2434950"/>
            <a:ext cx="4631676" cy="196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229625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11">
                <a:latin typeface="Times New Roman"/>
                <a:ea typeface="Times New Roman"/>
                <a:cs typeface="Times New Roman"/>
                <a:sym typeface="Times New Roman"/>
              </a:rPr>
              <a:t>Testing Strategy:</a:t>
            </a:r>
            <a:endParaRPr b="1" sz="311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403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Testing Tool: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Pytest is used for automated testing.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Test Coverage: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Code parser</a:t>
            </a:r>
            <a:b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AI reviewer</a:t>
            </a:r>
            <a:b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Validation modules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675" y="2202399"/>
            <a:ext cx="5430775" cy="26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9975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Test Results: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Results Displayed: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Total tests executed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Passed and failed tests</a:t>
            </a:r>
            <a:b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Module-wise performance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5725" y="738700"/>
            <a:ext cx="5444449" cy="376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📌Milestone 4: Dashboard &amp; Finalization: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Dashboard Design: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User Interface: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An interactive dashboard is created using Streamlit.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Dashboard Features: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Summary cards</a:t>
            </a:r>
            <a:b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Charts and reports</a:t>
            </a:r>
            <a:b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Easy navigation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1400" y="2352850"/>
            <a:ext cx="5362349" cy="258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Export &amp; Reports: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Export Options: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1463" lvl="0" marL="457200" rtl="0" algn="l">
              <a:spcBef>
                <a:spcPts val="1200"/>
              </a:spcBef>
              <a:spcAft>
                <a:spcPts val="0"/>
              </a:spcAft>
              <a:buSzPct val="600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JSON</a:t>
            </a:r>
            <a:b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1463" lvl="0" marL="457200" rtl="0" algn="l">
              <a:spcBef>
                <a:spcPts val="0"/>
              </a:spcBef>
              <a:spcAft>
                <a:spcPts val="0"/>
              </a:spcAft>
              <a:buSzPct val="60000"/>
              <a:buFont typeface="Times New Roman"/>
              <a:buChar char="●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CSV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Usage: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9406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1716">
                <a:latin typeface="Times New Roman"/>
                <a:ea typeface="Times New Roman"/>
                <a:cs typeface="Times New Roman"/>
                <a:sym typeface="Times New Roman"/>
              </a:rPr>
              <a:t>Documentation</a:t>
            </a:r>
            <a:br>
              <a:rPr lang="en-GB" sz="1716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1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9406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1716">
                <a:latin typeface="Times New Roman"/>
                <a:ea typeface="Times New Roman"/>
                <a:cs typeface="Times New Roman"/>
                <a:sym typeface="Times New Roman"/>
              </a:rPr>
              <a:t>Project evaluation</a:t>
            </a:r>
            <a:endParaRPr sz="171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1500"/>
            </a:b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/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3700" y="1356188"/>
            <a:ext cx="5608601" cy="302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Final Outcome &amp; Future Scope: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71600"/>
            <a:ext cx="8520600" cy="38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856">
                <a:latin typeface="Times New Roman"/>
                <a:ea typeface="Times New Roman"/>
                <a:cs typeface="Times New Roman"/>
                <a:sym typeface="Times New Roman"/>
              </a:rPr>
              <a:t>Final Outcome:</a:t>
            </a:r>
            <a:endParaRPr b="1" sz="285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663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2753">
                <a:latin typeface="Times New Roman"/>
                <a:ea typeface="Times New Roman"/>
                <a:cs typeface="Times New Roman"/>
                <a:sym typeface="Times New Roman"/>
              </a:rPr>
              <a:t>Improved documentation quality</a:t>
            </a:r>
            <a:br>
              <a:rPr lang="en-GB" sz="2753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75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66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2753">
                <a:latin typeface="Times New Roman"/>
                <a:ea typeface="Times New Roman"/>
                <a:cs typeface="Times New Roman"/>
                <a:sym typeface="Times New Roman"/>
              </a:rPr>
              <a:t>Reduced manual effort</a:t>
            </a:r>
            <a:br>
              <a:rPr lang="en-GB" sz="2753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75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66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2753">
                <a:latin typeface="Times New Roman"/>
                <a:ea typeface="Times New Roman"/>
                <a:cs typeface="Times New Roman"/>
                <a:sym typeface="Times New Roman"/>
              </a:rPr>
              <a:t>Better code understanding</a:t>
            </a:r>
            <a:endParaRPr sz="275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877">
                <a:latin typeface="Times New Roman"/>
                <a:ea typeface="Times New Roman"/>
                <a:cs typeface="Times New Roman"/>
                <a:sym typeface="Times New Roman"/>
              </a:rPr>
              <a:t>Future Enhancements:</a:t>
            </a:r>
            <a:endParaRPr b="1" sz="287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3646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2819">
                <a:latin typeface="Times New Roman"/>
                <a:ea typeface="Times New Roman"/>
                <a:cs typeface="Times New Roman"/>
                <a:sym typeface="Times New Roman"/>
              </a:rPr>
              <a:t>Support for more languages</a:t>
            </a:r>
            <a:br>
              <a:rPr lang="en-GB" sz="2819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1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3646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2819">
                <a:latin typeface="Times New Roman"/>
                <a:ea typeface="Times New Roman"/>
                <a:cs typeface="Times New Roman"/>
                <a:sym typeface="Times New Roman"/>
              </a:rPr>
              <a:t>CI/CD integration</a:t>
            </a:r>
            <a:br>
              <a:rPr lang="en-GB" sz="2819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1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3646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GB" sz="2819">
                <a:latin typeface="Times New Roman"/>
                <a:ea typeface="Times New Roman"/>
                <a:cs typeface="Times New Roman"/>
                <a:sym typeface="Times New Roman"/>
              </a:rPr>
              <a:t>Advanced AI analysis</a:t>
            </a:r>
            <a:endParaRPr sz="281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876" lvl="1" marL="914400" rtl="0" algn="l"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○"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